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2" r:id="rId3"/>
    <p:sldId id="264" r:id="rId4"/>
    <p:sldId id="257" r:id="rId5"/>
    <p:sldId id="258" r:id="rId6"/>
    <p:sldId id="259" r:id="rId7"/>
    <p:sldId id="261" r:id="rId8"/>
    <p:sldId id="260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67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735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194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801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300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625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764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374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060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982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664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943644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4599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312415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9928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4424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746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99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StorageControl</a:t>
            </a:r>
            <a:r>
              <a:rPr dirty="0"/>
              <a:t> — </a:t>
            </a:r>
            <a:r>
              <a:rPr dirty="0" err="1"/>
              <a:t>мобильное</a:t>
            </a:r>
            <a:r>
              <a:rPr dirty="0"/>
              <a:t> </a:t>
            </a:r>
            <a:r>
              <a:rPr dirty="0" err="1"/>
              <a:t>приложение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 err="1"/>
              <a:t>Цель</a:t>
            </a:r>
            <a:r>
              <a:rPr dirty="0"/>
              <a:t>: </a:t>
            </a:r>
            <a:r>
              <a:rPr dirty="0" err="1"/>
              <a:t>управление</a:t>
            </a:r>
            <a:r>
              <a:rPr dirty="0"/>
              <a:t> </a:t>
            </a:r>
            <a:r>
              <a:rPr dirty="0" err="1"/>
              <a:t>товарами</a:t>
            </a:r>
            <a:r>
              <a:rPr dirty="0"/>
              <a:t>, </a:t>
            </a:r>
            <a:r>
              <a:rPr dirty="0" err="1"/>
              <a:t>заказами</a:t>
            </a:r>
            <a:r>
              <a:rPr dirty="0"/>
              <a:t> и </a:t>
            </a:r>
            <a:r>
              <a:rPr dirty="0" err="1"/>
              <a:t>аналитикой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сотрудников</a:t>
            </a:r>
            <a:r>
              <a:rPr dirty="0"/>
              <a:t> </a:t>
            </a:r>
            <a:r>
              <a:rPr dirty="0" err="1"/>
              <a:t>склада</a:t>
            </a:r>
            <a:r>
              <a:rPr dirty="0"/>
              <a:t> и </a:t>
            </a:r>
            <a:r>
              <a:rPr dirty="0" err="1"/>
              <a:t>менеджеров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План</a:t>
            </a:r>
            <a:r>
              <a:rPr lang="en-US" dirty="0" smtClean="0"/>
              <a:t>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Авторизация и роли</a:t>
            </a:r>
          </a:p>
          <a:p>
            <a:r>
              <a:rPr lang="ru-RU" dirty="0" smtClean="0"/>
              <a:t>Окно менеджера товаров</a:t>
            </a:r>
            <a:r>
              <a:rPr lang="en-US" dirty="0" smtClean="0"/>
              <a:t>: </a:t>
            </a:r>
            <a:r>
              <a:rPr lang="ru-RU" dirty="0" smtClean="0"/>
              <a:t>Работа с товарами</a:t>
            </a:r>
          </a:p>
          <a:p>
            <a:r>
              <a:rPr lang="ru-RU" dirty="0" smtClean="0"/>
              <a:t>Окно менеджера заказов</a:t>
            </a:r>
            <a:r>
              <a:rPr lang="en-US" dirty="0" smtClean="0"/>
              <a:t>: </a:t>
            </a:r>
            <a:r>
              <a:rPr lang="ru-RU" dirty="0" smtClean="0"/>
              <a:t>Работа с заказами</a:t>
            </a:r>
            <a:br>
              <a:rPr lang="ru-RU" dirty="0" smtClean="0"/>
            </a:br>
            <a:r>
              <a:rPr lang="ru-RU" dirty="0" smtClean="0"/>
              <a:t>Окно аналитика </a:t>
            </a:r>
            <a:r>
              <a:rPr lang="en-US" dirty="0" smtClean="0"/>
              <a:t>: </a:t>
            </a:r>
            <a:r>
              <a:rPr lang="ru-RU" dirty="0" smtClean="0"/>
              <a:t>Показ статистики и графиков</a:t>
            </a:r>
          </a:p>
          <a:p>
            <a:r>
              <a:rPr lang="ru-RU" dirty="0" smtClean="0"/>
              <a:t>Окно профиля</a:t>
            </a:r>
          </a:p>
          <a:p>
            <a:r>
              <a:rPr lang="ru-RU" dirty="0" smtClean="0"/>
              <a:t>Выводы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0812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Стек технологий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Платформа</a:t>
            </a:r>
            <a:r>
              <a:rPr lang="en-US" dirty="0" smtClean="0"/>
              <a:t>: Android 8.0+</a:t>
            </a:r>
          </a:p>
          <a:p>
            <a:r>
              <a:rPr lang="ru-RU" dirty="0" smtClean="0"/>
              <a:t>Язык</a:t>
            </a:r>
            <a:r>
              <a:rPr lang="en-US" dirty="0" smtClean="0"/>
              <a:t>: Java</a:t>
            </a:r>
          </a:p>
          <a:p>
            <a:r>
              <a:rPr lang="ru-RU" dirty="0" smtClean="0"/>
              <a:t>Архитектура</a:t>
            </a:r>
            <a:r>
              <a:rPr lang="en-US" dirty="0" smtClean="0"/>
              <a:t>: MVVM</a:t>
            </a:r>
          </a:p>
          <a:p>
            <a:r>
              <a:rPr lang="ru-RU" dirty="0" smtClean="0"/>
              <a:t>База данных</a:t>
            </a:r>
            <a:r>
              <a:rPr lang="en-US" dirty="0" smtClean="0"/>
              <a:t>: </a:t>
            </a:r>
            <a:r>
              <a:rPr lang="en-US" dirty="0" err="1" smtClean="0"/>
              <a:t>Sqlite</a:t>
            </a:r>
            <a:endParaRPr lang="en-US" smtClean="0"/>
          </a:p>
          <a:p>
            <a:endParaRPr lang="en-US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02822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r>
              <a:rPr lang="ru-RU" sz="3300"/>
              <a:t>Авторизация и роли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endParaRPr dirty="0"/>
          </a:p>
          <a:p>
            <a:pPr>
              <a:defRPr sz="2000"/>
            </a:pPr>
            <a:r>
              <a:rPr dirty="0"/>
              <a:t>• Email/</a:t>
            </a:r>
            <a:r>
              <a:rPr dirty="0" err="1"/>
              <a:t>Пароль</a:t>
            </a:r>
            <a:endParaRPr dirty="0"/>
          </a:p>
          <a:p>
            <a:pPr>
              <a:defRPr sz="2000"/>
            </a:pPr>
            <a:r>
              <a:rPr dirty="0"/>
              <a:t>• </a:t>
            </a:r>
            <a:r>
              <a:rPr dirty="0" err="1"/>
              <a:t>Сохранение</a:t>
            </a:r>
            <a:r>
              <a:rPr dirty="0"/>
              <a:t> </a:t>
            </a:r>
            <a:r>
              <a:rPr dirty="0" err="1"/>
              <a:t>пользователя</a:t>
            </a:r>
            <a:endParaRPr dirty="0"/>
          </a:p>
          <a:p>
            <a:pPr>
              <a:defRPr sz="2000"/>
            </a:pPr>
            <a:r>
              <a:rPr dirty="0"/>
              <a:t>• </a:t>
            </a:r>
            <a:r>
              <a:rPr dirty="0" err="1"/>
              <a:t>Роли</a:t>
            </a:r>
            <a:r>
              <a:rPr dirty="0"/>
              <a:t>:</a:t>
            </a:r>
            <a:r>
              <a:rPr lang="en-US" dirty="0"/>
              <a:t> </a:t>
            </a:r>
            <a:r>
              <a:rPr dirty="0" err="1"/>
              <a:t>orders_manager</a:t>
            </a:r>
            <a:r>
              <a:rPr dirty="0"/>
              <a:t>, </a:t>
            </a:r>
            <a:r>
              <a:rPr dirty="0" err="1"/>
              <a:t>products_manager</a:t>
            </a:r>
            <a:r>
              <a:rPr dirty="0"/>
              <a:t>, </a:t>
            </a:r>
            <a:r>
              <a:rPr dirty="0" err="1"/>
              <a:t>analytics_manager</a:t>
            </a:r>
            <a:endParaRPr dirty="0"/>
          </a:p>
          <a:p>
            <a:pPr>
              <a:defRPr sz="2000"/>
            </a:pPr>
            <a:r>
              <a:rPr dirty="0"/>
              <a:t>• </a:t>
            </a:r>
            <a:r>
              <a:rPr dirty="0" err="1"/>
              <a:t>Доступ</a:t>
            </a:r>
            <a:r>
              <a:rPr dirty="0"/>
              <a:t> к </a:t>
            </a:r>
            <a:r>
              <a:rPr dirty="0" err="1"/>
              <a:t>разделам</a:t>
            </a:r>
            <a:r>
              <a:rPr dirty="0"/>
              <a:t> </a:t>
            </a:r>
            <a:r>
              <a:rPr dirty="0" err="1"/>
              <a:t>зависит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роли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DC69902-A928-AFB2-5824-375A1DEF1B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6525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298" y="609600"/>
            <a:ext cx="2197889" cy="1320800"/>
          </a:xfrm>
        </p:spPr>
        <p:txBody>
          <a:bodyPr anchor="ctr">
            <a:normAutofit/>
          </a:bodyPr>
          <a:lstStyle/>
          <a:p>
            <a:r>
              <a:rPr lang="ru-RU"/>
              <a:t>Работа с товарами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520" y="2160589"/>
            <a:ext cx="2197888" cy="388077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ru-RU" sz="1500" dirty="0"/>
          </a:p>
          <a:p>
            <a:pPr>
              <a:lnSpc>
                <a:spcPct val="90000"/>
              </a:lnSpc>
              <a:defRPr sz="2000"/>
            </a:pPr>
            <a:r>
              <a:rPr lang="ru-RU" sz="1500" dirty="0"/>
              <a:t>• Просмотр списка</a:t>
            </a:r>
          </a:p>
          <a:p>
            <a:pPr>
              <a:lnSpc>
                <a:spcPct val="90000"/>
              </a:lnSpc>
              <a:defRPr sz="2000"/>
            </a:pPr>
            <a:r>
              <a:rPr lang="ru-RU" sz="1500" dirty="0"/>
              <a:t>• Добавление и редактирование</a:t>
            </a:r>
          </a:p>
          <a:p>
            <a:pPr>
              <a:lnSpc>
                <a:spcPct val="90000"/>
              </a:lnSpc>
              <a:defRPr sz="2000"/>
            </a:pPr>
            <a:r>
              <a:rPr lang="ru-RU" sz="1500" dirty="0"/>
              <a:t>• Детальная карточка товара</a:t>
            </a:r>
          </a:p>
          <a:p>
            <a:pPr>
              <a:lnSpc>
                <a:spcPct val="90000"/>
              </a:lnSpc>
              <a:defRPr sz="2000"/>
            </a:pPr>
            <a:r>
              <a:rPr lang="ru-RU" sz="1500" dirty="0"/>
              <a:t>• Удаление</a:t>
            </a:r>
          </a:p>
          <a:p>
            <a:pPr>
              <a:lnSpc>
                <a:spcPct val="90000"/>
              </a:lnSpc>
              <a:defRPr sz="2000"/>
            </a:pPr>
            <a:r>
              <a:rPr lang="ru-RU" sz="1500" dirty="0"/>
              <a:t>• Локальная </a:t>
            </a:r>
            <a:r>
              <a:rPr lang="ru-RU" sz="1500"/>
              <a:t>БД </a:t>
            </a:r>
            <a:endParaRPr lang="ru-RU" sz="15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9218283-DDFC-E2E7-BAD4-CD2ACA488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1448" y="597049"/>
            <a:ext cx="2485106" cy="2755391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4D98387B-E34F-1B86-36DE-5E468D7B91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168" y="663519"/>
            <a:ext cx="2944368" cy="5377843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CBA81AA8-1D23-C640-2C25-A33132B787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9567" y="3451757"/>
            <a:ext cx="3181794" cy="28197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D11ECC6-8551-4768-8DFD-CD41AF420A3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001"/>
            <a:ext cx="9144000" cy="2285999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657592-CA60-4F45-B1A0-88AA7724208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68955" y="-8467"/>
            <a:ext cx="3575053" cy="6866467"/>
            <a:chOff x="7425267" y="-8467"/>
            <a:chExt cx="4766733" cy="6866467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F47E2B4-7DA9-4312-A1F0-C48388B236A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96547" y="4572001"/>
              <a:ext cx="393665" cy="2285999"/>
            </a:xfrm>
            <a:prstGeom prst="line">
              <a:avLst/>
            </a:prstGeom>
            <a:ln w="9525">
              <a:solidFill>
                <a:srgbClr val="BFBFBF">
                  <a:alpha val="7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5B274F7-039F-4BFC-AA98-B51B1D6CB69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4572001"/>
              <a:ext cx="3383073" cy="2285999"/>
            </a:xfrm>
            <a:prstGeom prst="line">
              <a:avLst/>
            </a:prstGeom>
            <a:ln w="9525">
              <a:solidFill>
                <a:srgbClr val="BFBFBF">
                  <a:alpha val="69804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23">
              <a:extLst>
                <a:ext uri="{FF2B5EF4-FFF2-40B4-BE49-F238E27FC236}">
                  <a16:creationId xmlns:a16="http://schemas.microsoft.com/office/drawing/2014/main" id="{11A31103-C703-46C9-9D26-497A1ACD50A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0" name="Rectangle 25">
              <a:extLst>
                <a:ext uri="{FF2B5EF4-FFF2-40B4-BE49-F238E27FC236}">
                  <a16:creationId xmlns:a16="http://schemas.microsoft.com/office/drawing/2014/main" id="{382F955F-FC22-44B8-BDCF-B77580323B7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1F567692-F087-479A-8931-BD2869C3E4E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2" name="Rectangle 27">
              <a:extLst>
                <a:ext uri="{FF2B5EF4-FFF2-40B4-BE49-F238E27FC236}">
                  <a16:creationId xmlns:a16="http://schemas.microsoft.com/office/drawing/2014/main" id="{49B3E4CD-0738-4B9D-A14F-1E8694DDF89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3" name="Rectangle 28">
              <a:extLst>
                <a:ext uri="{FF2B5EF4-FFF2-40B4-BE49-F238E27FC236}">
                  <a16:creationId xmlns:a16="http://schemas.microsoft.com/office/drawing/2014/main" id="{4753B851-AD90-4CCD-85D0-65AA6567DF3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4" name="Rectangle 29">
              <a:extLst>
                <a:ext uri="{FF2B5EF4-FFF2-40B4-BE49-F238E27FC236}">
                  <a16:creationId xmlns:a16="http://schemas.microsoft.com/office/drawing/2014/main" id="{EBF14868-A190-4E21-9522-8977C474C97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5" name="Isosceles Triangle 24">
              <a:extLst>
                <a:ext uri="{FF2B5EF4-FFF2-40B4-BE49-F238E27FC236}">
                  <a16:creationId xmlns:a16="http://schemas.microsoft.com/office/drawing/2014/main" id="{BCBB4922-76EE-442B-A649-09873DCE79D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8E2EB503-A017-4457-A105-53638C97DEB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Рисунок 8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894C097-F927-4667-CEDB-2B9193EF4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45525"/>
            <a:ext cx="2444752" cy="4527321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B281B64-513D-060A-AE12-9BCFA0C6F6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0600" y="135371"/>
            <a:ext cx="2147824" cy="4339041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снимок экрана, программное обеспечение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CD2301A-CB95-708E-7A6B-B9114C7B6E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132793"/>
            <a:ext cx="2147824" cy="433904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1513" y="4814595"/>
            <a:ext cx="3398856" cy="156389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endParaRPr lang="ru-RU" sz="140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defRPr sz="2000"/>
            </a:pPr>
            <a:r>
              <a:rPr lang="ru-RU" sz="1400">
                <a:solidFill>
                  <a:srgbClr val="FFFFFF"/>
                </a:solidFill>
              </a:rPr>
              <a:t>• Отображение заказов</a:t>
            </a:r>
          </a:p>
          <a:p>
            <a:pPr>
              <a:lnSpc>
                <a:spcPct val="90000"/>
              </a:lnSpc>
              <a:defRPr sz="2000"/>
            </a:pPr>
            <a:r>
              <a:rPr lang="ru-RU" sz="1400">
                <a:solidFill>
                  <a:srgbClr val="FFFFFF"/>
                </a:solidFill>
              </a:rPr>
              <a:t>• Управление статусами (orders_manager)</a:t>
            </a:r>
          </a:p>
          <a:p>
            <a:pPr>
              <a:lnSpc>
                <a:spcPct val="90000"/>
              </a:lnSpc>
              <a:defRPr sz="2000"/>
            </a:pPr>
            <a:r>
              <a:rPr lang="ru-RU" sz="1400">
                <a:solidFill>
                  <a:srgbClr val="FFFFFF"/>
                </a:solidFill>
              </a:rPr>
              <a:t>• Доступ зависит от роли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4811501"/>
            <a:ext cx="3331307" cy="1563899"/>
          </a:xfrm>
        </p:spPr>
        <p:txBody>
          <a:bodyPr anchor="ctr">
            <a:normAutofit/>
          </a:bodyPr>
          <a:lstStyle/>
          <a:p>
            <a:r>
              <a:rPr lang="ru-RU"/>
              <a:t>Заказы и аналитика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26">
            <a:extLst>
              <a:ext uri="{FF2B5EF4-FFF2-40B4-BE49-F238E27FC236}">
                <a16:creationId xmlns:a16="http://schemas.microsoft.com/office/drawing/2014/main" id="{90A61547-2555-4DE2-A37F-A53E5491744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C2447E0-8F0D-479C-94E4-82BC8EB68C0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F943397-DCDD-44CB-BBA9-9510B7698DD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23">
              <a:extLst>
                <a:ext uri="{FF2B5EF4-FFF2-40B4-BE49-F238E27FC236}">
                  <a16:creationId xmlns:a16="http://schemas.microsoft.com/office/drawing/2014/main" id="{E2630ADC-31DB-4C48-AC4A-DAAE5A7B8EA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41" name="Rectangle 25">
              <a:extLst>
                <a:ext uri="{FF2B5EF4-FFF2-40B4-BE49-F238E27FC236}">
                  <a16:creationId xmlns:a16="http://schemas.microsoft.com/office/drawing/2014/main" id="{2CA5C44E-F54E-47E0-8989-4D8686B33C8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42" name="Isosceles Triangle 31">
              <a:extLst>
                <a:ext uri="{FF2B5EF4-FFF2-40B4-BE49-F238E27FC236}">
                  <a16:creationId xmlns:a16="http://schemas.microsoft.com/office/drawing/2014/main" id="{FF54E15E-830B-4375-A239-4C51954DEAE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43" name="Rectangle 27">
              <a:extLst>
                <a:ext uri="{FF2B5EF4-FFF2-40B4-BE49-F238E27FC236}">
                  <a16:creationId xmlns:a16="http://schemas.microsoft.com/office/drawing/2014/main" id="{CB37E322-FF7E-4872-BD6B-50A48CBEA5C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44" name="Rectangle 28">
              <a:extLst>
                <a:ext uri="{FF2B5EF4-FFF2-40B4-BE49-F238E27FC236}">
                  <a16:creationId xmlns:a16="http://schemas.microsoft.com/office/drawing/2014/main" id="{710D0C1E-D2F8-45B2-AE14-1AC8E976F7A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45" name="Rectangle 29">
              <a:extLst>
                <a:ext uri="{FF2B5EF4-FFF2-40B4-BE49-F238E27FC236}">
                  <a16:creationId xmlns:a16="http://schemas.microsoft.com/office/drawing/2014/main" id="{3216331B-17D0-4167-ABD2-B2198058C2D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46" name="Isosceles Triangle 35">
              <a:extLst>
                <a:ext uri="{FF2B5EF4-FFF2-40B4-BE49-F238E27FC236}">
                  <a16:creationId xmlns:a16="http://schemas.microsoft.com/office/drawing/2014/main" id="{A53A7A96-3806-4BB3-91DE-6EED48AC787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47" name="Isosceles Triangle 36">
              <a:extLst>
                <a:ext uri="{FF2B5EF4-FFF2-40B4-BE49-F238E27FC236}">
                  <a16:creationId xmlns:a16="http://schemas.microsoft.com/office/drawing/2014/main" id="{F8C2B86C-EE71-466E-8991-503F9C9C1B2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6CFD6B-42AA-9605-8C5A-9753D1A77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476" y="4473225"/>
            <a:ext cx="6216026" cy="10950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200"/>
              <a:t>Аналитика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E8B5A3-EF00-78BD-E9B1-58365A230F5E}"/>
              </a:ext>
            </a:extLst>
          </p:cNvPr>
          <p:cNvSpPr txBox="1"/>
          <p:nvPr/>
        </p:nvSpPr>
        <p:spPr>
          <a:xfrm>
            <a:off x="739476" y="5569874"/>
            <a:ext cx="6216026" cy="4714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Bef>
                <a:spcPts val="1000"/>
              </a:spcBef>
              <a:buClr>
                <a:schemeClr val="accent1"/>
              </a:buClr>
              <a:buSzPct val="80000"/>
              <a:defRPr sz="2000"/>
            </a:pPr>
            <a:r>
              <a:rPr lang="en-US" sz="2000">
                <a:solidFill>
                  <a:schemeClr val="tx1">
                    <a:lumMod val="50000"/>
                    <a:lumOff val="50000"/>
                  </a:schemeClr>
                </a:solidFill>
              </a:rPr>
              <a:t>• Аналитика: графики и статистика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AAB2A43-FF36-0148-FFFB-BD49F0220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292" y="934221"/>
            <a:ext cx="2758649" cy="331773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B229F4E-B3A6-AD11-BCBA-A48D68FCA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4553" y="934221"/>
            <a:ext cx="2859607" cy="331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412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559" y="609600"/>
            <a:ext cx="2796807" cy="1320800"/>
          </a:xfrm>
        </p:spPr>
        <p:txBody>
          <a:bodyPr anchor="ctr">
            <a:normAutofit/>
          </a:bodyPr>
          <a:lstStyle/>
          <a:p>
            <a:r>
              <a:t>Профиль и навигация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875" y="2160589"/>
            <a:ext cx="2790687" cy="356073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ru-RU" sz="1500"/>
          </a:p>
          <a:p>
            <a:pPr>
              <a:lnSpc>
                <a:spcPct val="90000"/>
              </a:lnSpc>
              <a:defRPr sz="2000"/>
            </a:pPr>
            <a:r>
              <a:rPr lang="ru-RU" sz="1500"/>
              <a:t>• Нижнее меню навигации</a:t>
            </a:r>
          </a:p>
          <a:p>
            <a:pPr>
              <a:lnSpc>
                <a:spcPct val="90000"/>
              </a:lnSpc>
              <a:defRPr sz="2000"/>
            </a:pPr>
            <a:r>
              <a:rPr lang="ru-RU" sz="1500"/>
              <a:t>• Просмотр данных профиля</a:t>
            </a:r>
          </a:p>
          <a:p>
            <a:pPr>
              <a:lnSpc>
                <a:spcPct val="90000"/>
              </a:lnSpc>
              <a:defRPr sz="2000"/>
            </a:pPr>
            <a:r>
              <a:rPr lang="ru-RU" sz="1500"/>
              <a:t>• Отображение роли</a:t>
            </a:r>
          </a:p>
          <a:p>
            <a:pPr>
              <a:lnSpc>
                <a:spcPct val="90000"/>
              </a:lnSpc>
              <a:defRPr sz="2000"/>
            </a:pPr>
            <a:r>
              <a:rPr lang="ru-RU" sz="1500"/>
              <a:t>• Выход из аккаунта</a:t>
            </a:r>
          </a:p>
          <a:p>
            <a:pPr>
              <a:lnSpc>
                <a:spcPct val="90000"/>
              </a:lnSpc>
              <a:defRPr sz="2000"/>
            </a:pPr>
            <a:r>
              <a:rPr lang="ru-RU" sz="1500"/>
              <a:t>• Итог: приложение полностью рабочее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D4C2BDB-55BA-301C-E515-0E0132E91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6985" y="632145"/>
            <a:ext cx="2519142" cy="50891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Вывод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Мобильное приложение </a:t>
            </a:r>
            <a:r>
              <a:rPr lang="ru-RU" dirty="0" err="1"/>
              <a:t>StorageControl</a:t>
            </a:r>
            <a:r>
              <a:rPr lang="ru-RU" dirty="0"/>
              <a:t> представляет собой готовое и полностью рабочее решение для управления товарами, заказами и аналитикой. Оно обеспечивает гибкий доступ в зависимости от роли пользователя, интуитивную навигацию и локальное хранение данных. Приложение готово к использованию сотрудниками склада и менеджерами для оптимизации рабочих процессов.</a:t>
            </a:r>
          </a:p>
          <a:p>
            <a:pPr marL="0" indent="0">
              <a:buNone/>
            </a:pP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91684989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55</TotalTime>
  <Words>194</Words>
  <Application>Microsoft Office PowerPoint</Application>
  <PresentationFormat>Экран (4:3)</PresentationFormat>
  <Paragraphs>45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Аспект</vt:lpstr>
      <vt:lpstr>StorageControl — мобильное приложение</vt:lpstr>
      <vt:lpstr>План:</vt:lpstr>
      <vt:lpstr>Стек технологий</vt:lpstr>
      <vt:lpstr>Авторизация и роли</vt:lpstr>
      <vt:lpstr>Работа с товарами</vt:lpstr>
      <vt:lpstr>Заказы и аналитика</vt:lpstr>
      <vt:lpstr>Аналитика</vt:lpstr>
      <vt:lpstr>Профиль и навигация</vt:lpstr>
      <vt:lpstr>Вывод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StorageControl — мобильное приложение</dc:title>
  <dc:subject/>
  <dc:creator/>
  <cp:keywords/>
  <dc:description>generated using python-pptx</dc:description>
  <cp:lastModifiedBy>Student</cp:lastModifiedBy>
  <cp:revision>4</cp:revision>
  <dcterms:created xsi:type="dcterms:W3CDTF">2013-01-27T09:14:16Z</dcterms:created>
  <dcterms:modified xsi:type="dcterms:W3CDTF">2025-11-28T10:22:29Z</dcterms:modified>
  <cp:category/>
</cp:coreProperties>
</file>